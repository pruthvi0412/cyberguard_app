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An Intelligent Cybercrime Reporting and Complaint Management System using Machine Learning and NLP for Analyzing and Classifying Cybercrime Complaints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NAME:USN</a:t>
            </a:r>
          </a:p>
          <a:p>
            <a:r>
              <a:t>Team No:01</a:t>
            </a:r>
          </a:p>
          <a:p/>
          <a:p>
            <a:r>
              <a:t>Under the Guidance of</a:t>
            </a:r>
          </a:p>
          <a:p>
            <a:r>
              <a:t>Guide Name</a:t>
            </a:r>
          </a:p>
          <a:p>
            <a:r>
              <a:t>Assistant Professor(Sr.)</a:t>
            </a:r>
          </a:p>
          <a:p>
            <a:r>
              <a:t>Dept. of CSE</a:t>
            </a:r>
          </a:p>
          <a:p>
            <a:r>
              <a:t>SMVITM, Bantakal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Project Track</a:t>
            </a:r>
          </a:p>
          <a:p>
            <a:pPr lvl="1"/>
            <a:r>
              <a:t>• Applied Engineering-Industry-Based Projects</a:t>
            </a:r>
          </a:p>
          <a:p>
            <a:pPr lvl="1"/>
            <a:r>
              <a:t>• The rapid increase in cybercrime requires an automated, intelligent system to classify and manage complaints effectively, reducing manual effort and improving response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To develop a full-stack platform for reporting cybercrimes seamlessly.</a:t>
            </a:r>
          </a:p>
          <a:p>
            <a:r>
              <a:t>• To utilize Machine Learning (TF-IDF + Logistic Regression) for automatic categorization of complaints into 11 distinct categories.</a:t>
            </a:r>
          </a:p>
          <a:p>
            <a:r>
              <a:t>• To provide real-time updates and notifications using WebSockets.</a:t>
            </a:r>
          </a:p>
          <a:p>
            <a:r>
              <a:t>• To ensure secure and scalable management of user data and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CyberGuard is an AI-powered cybercrime reporting platform.</a:t>
            </a:r>
          </a:p>
          <a:p>
            <a:r>
              <a:t>• It features a web portal for users and administrators, and a mobile application for on-the-go reporting.</a:t>
            </a:r>
          </a:p>
          <a:p>
            <a:r>
              <a:t>• The system integrates a Node.js backend, a React web frontend, a React Native mobile app, and a Python Flask ML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Data Collection &amp; Preprocessing: NLP techniques (NLTK) applied to user complaint text.</a:t>
            </a:r>
          </a:p>
          <a:p>
            <a:r>
              <a:t>• Model Training: TF-IDF vectorization paired with Logistic Regression for text classification.</a:t>
            </a:r>
          </a:p>
          <a:p>
            <a:r>
              <a:t>• Backend Integration: Node.js/Express API interfacing with MongoDB for data persistence.</a:t>
            </a:r>
          </a:p>
          <a:p>
            <a:r>
              <a:t>• Frontend &amp; Mobile: React and Expo used for responsive and accessible user interfaces.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Successfully automated the categorization of 11 cybercrime types.</a:t>
            </a:r>
          </a:p>
          <a:p>
            <a:r>
              <a:t>• Real-time synchronization achieved across web and mobile platforms using Socket.IO.</a:t>
            </a:r>
          </a:p>
          <a:p>
            <a:r>
              <a:t>• Enhanced user experience with interactive 3D UI (Three.js) and data visualizations (Recharts).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CyberGuard provides a robust, scalable, and intelligent solution for cybercrime complaint management.</a:t>
            </a:r>
          </a:p>
          <a:p>
            <a:r>
              <a:t>• The integration of AI significantly streamlines the triage process for law enforcement.</a:t>
            </a:r>
          </a:p>
          <a:p>
            <a:r>
              <a:t>• Future work may include deep learning models and multi-lingual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[1] React Documentation. (n.d.). Retrieved from reactjs.org</a:t>
            </a:r>
          </a:p>
          <a:p>
            <a:r>
              <a:t>[2] Node.js Documentation. (n.d.). Retrieved from nodejs.org</a:t>
            </a:r>
          </a:p>
          <a:p>
            <a:r>
              <a:t>[3] Scikit-learn: Machine Learning in Python, Pedregosa et al., JMLR 12, pp. 2825-2830, 2011.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